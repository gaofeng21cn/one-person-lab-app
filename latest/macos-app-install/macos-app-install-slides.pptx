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62230f02e144be0" /><Relationship Type="http://schemas.openxmlformats.org/package/2006/relationships/metadata/core-properties" Target="/docProps/core.xml" Id="Rf2ee1b9a371346f9" /><Relationship Type="http://schemas.openxmlformats.org/officeDocument/2006/relationships/extended-properties" Target="/docProps/app.xml" Id="R8caf45598c794403" /><Relationship Type="http://schemas.openxmlformats.org/officeDocument/2006/relationships/custom-properties" Target="/docProps/custom.xml" Id="R1a9a1a858d2d4a7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7b2b336e2e994224"/>
    <p:sldId id="257" r:id="R240e2a64294d4db0"/>
    <p:sldId id="258" r:id="R63fc0f16b00445f6"/>
    <p:sldId id="259" r:id="R6ad162ce242d41fa"/>
    <p:sldId id="260" r:id="R714afbb3b5ae49c6"/>
    <p:sldId id="261" r:id="R1eebbe5b81bd448f"/>
    <p:sldId id="262" r:id="R14002d8a67e048d4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b2b336e2e994224" /><Relationship Type="http://schemas.openxmlformats.org/officeDocument/2006/relationships/slide" Target="/ppt/slides/slide2.xml" Id="R240e2a64294d4db0" /><Relationship Type="http://schemas.openxmlformats.org/officeDocument/2006/relationships/slide" Target="/ppt/slides/slide3.xml" Id="R63fc0f16b00445f6" /><Relationship Type="http://schemas.openxmlformats.org/officeDocument/2006/relationships/slide" Target="/ppt/slides/slide4.xml" Id="R6ad162ce242d41fa" /><Relationship Type="http://schemas.openxmlformats.org/officeDocument/2006/relationships/slide" Target="/ppt/slides/slide5.xml" Id="R714afbb3b5ae49c6" /><Relationship Type="http://schemas.openxmlformats.org/officeDocument/2006/relationships/slide" Target="/ppt/slides/slide6.xml" Id="R1eebbe5b81bd448f" /><Relationship Type="http://schemas.openxmlformats.org/officeDocument/2006/relationships/slide" Target="/ppt/slides/slide7.xml" Id="R14002d8a67e048d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1782cc8fd4b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08e5abde442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8d329808849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133cc88bf45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56bbd7a72495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4972b96f0fe4c2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73822432948ae" /><Relationship Type="http://schemas.openxmlformats.org/officeDocument/2006/relationships/image" Target="/ppt/media/image.png" Id="Rc584bbeba6c94c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597e196fe479d" /><Relationship Type="http://schemas.openxmlformats.org/officeDocument/2006/relationships/image" Target="/ppt/media/image2.png" Id="Rb4e39f9e0a364f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09f03d5f441b4" /><Relationship Type="http://schemas.openxmlformats.org/officeDocument/2006/relationships/image" Target="/ppt/media/image3.png" Id="R54d589a6d3264f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4d5c2d2ec4f28" /><Relationship Type="http://schemas.openxmlformats.org/officeDocument/2006/relationships/image" Target="/ppt/media/image4.png" Id="R78bd9fbfacae40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9bb87f0894281" /><Relationship Type="http://schemas.openxmlformats.org/officeDocument/2006/relationships/image" Target="/ppt/media/image5.png" Id="Rc9cc803e0c224e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f6a1fa366481b" /><Relationship Type="http://schemas.openxmlformats.org/officeDocument/2006/relationships/image" Target="/ppt/media/image6.png" Id="R8b16ea17aa4d4f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093c38c364567" /><Relationship Type="http://schemas.openxmlformats.org/officeDocument/2006/relationships/image" Target="/ppt/media/image7.png" Id="R773594c1400448bf" /></Relationships>
</file>

<file path=ppt/slides/slide1.xml><?xml version="1.0" encoding="utf-8"?>
<p:sld xmlns:p="http://schemas.openxmlformats.org/presentationml/2006/main">
  <p:cSld name="Slide 1">
    <p:spTree>
      <p:nvGrpSpPr>
        <p:cNvPr id="1" name=""/>
        <p:cNvGrpSpPr/>
        <p:nvPr/>
      </p:nvGrpSpPr>
      <p:grpSpPr/>
      <p:pic>
        <p:nvPicPr>
          <p:cNvPr id="100000" name="Rendered page 1" descr="Rendered static p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4bbeba6c94c3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 name="Slide 2">
    <p:spTree>
      <p:nvGrpSpPr>
        <p:cNvPr id="1" name=""/>
        <p:cNvGrpSpPr/>
        <p:nvPr/>
      </p:nvGrpSpPr>
      <p:grpSpPr/>
      <p:pic>
        <p:nvPicPr>
          <p:cNvPr id="100001" name="Rendered page 2" descr="Rendered static p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39f9e0a364f0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 name="Slide 3">
    <p:spTree>
      <p:nvGrpSpPr>
        <p:cNvPr id="1" name=""/>
        <p:cNvGrpSpPr/>
        <p:nvPr/>
      </p:nvGrpSpPr>
      <p:grpSpPr/>
      <p:pic>
        <p:nvPicPr>
          <p:cNvPr id="100002" name="Rendered page 3" descr="Rendered static p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589a6d3264fd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 name="Slide 4">
    <p:spTree>
      <p:nvGrpSpPr>
        <p:cNvPr id="1" name=""/>
        <p:cNvGrpSpPr/>
        <p:nvPr/>
      </p:nvGrpSpPr>
      <p:grpSpPr/>
      <p:pic>
        <p:nvPicPr>
          <p:cNvPr id="100003" name="Rendered page 4" descr="Rendered static p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d9fbfacae40f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 name="Slide 5">
    <p:spTree>
      <p:nvGrpSpPr>
        <p:cNvPr id="1" name=""/>
        <p:cNvGrpSpPr/>
        <p:nvPr/>
      </p:nvGrpSpPr>
      <p:grpSpPr/>
      <p:pic>
        <p:nvPicPr>
          <p:cNvPr id="100004" name="Rendered page 5" descr="Rendered static p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c803e0c224e1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 name="Slide 6">
    <p:spTree>
      <p:nvGrpSpPr>
        <p:cNvPr id="1" name=""/>
        <p:cNvGrpSpPr/>
        <p:nvPr/>
      </p:nvGrpSpPr>
      <p:grpSpPr/>
      <p:pic>
        <p:nvPicPr>
          <p:cNvPr id="100005" name="Rendered page 6" descr="Rendered static p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6ea17aa4d4f7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>
  <p:cSld name="Slide 7">
    <p:spTree>
      <p:nvGrpSpPr>
        <p:cNvPr id="1" name=""/>
        <p:cNvGrpSpPr/>
        <p:nvPr/>
      </p:nvGrpSpPr>
      <p:grpSpPr/>
      <p:pic>
        <p:nvPicPr>
          <p:cNvPr id="100006" name="Rendered page 7" descr="Rendered static p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594c1400448b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one-person-lab-app</dc:creator>
  <dcterms:created xsi:type="dcterms:W3CDTF">2026-09-25T11:22:36.0000000Z</dcterms:created>
  <lastModifiedBy>OfficeCLI</lastModifiedBy>
  <dcterms:modified xsi:type="dcterms:W3CDTF">2026-09-25T11:22:36.8339850Z</dcterms:modified>
  <dc:title>One Person Lab App 首次安装图文教程</dc:title>
  <dc:subject>新版 One Person Lab App 使用统一工作台，复用本机 Codex 会话与已有模型配置。</dc:subject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2026-09-25T11:22:37Z</vt:lpwstr>
  </op:property>
</op:Properties>
</file>