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2f0daeac74d43cf" /><Relationship Type="http://schemas.openxmlformats.org/package/2006/relationships/metadata/core-properties" Target="/docProps/core.xml" Id="R6d338af5963547d7" /><Relationship Type="http://schemas.openxmlformats.org/officeDocument/2006/relationships/extended-properties" Target="/docProps/app.xml" Id="R809f25c0eb4e4424" /><Relationship Type="http://schemas.openxmlformats.org/officeDocument/2006/relationships/custom-properties" Target="/docProps/custom.xml" Id="R57901258cbea4ac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362d945d8c304965"/>
    <p:sldId id="257" r:id="Raf0925b5b4114bc8"/>
    <p:sldId id="258" r:id="Rf941da98383a426a"/>
    <p:sldId id="259" r:id="Racf2455c10ee41cc"/>
    <p:sldId id="260" r:id="R3b4311ec7e7c4ece"/>
    <p:sldId id="261" r:id="Rd01600e006f84c26"/>
    <p:sldId id="262" r:id="R108fc02600c64604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62d945d8c304965" /><Relationship Type="http://schemas.openxmlformats.org/officeDocument/2006/relationships/slide" Target="/ppt/slides/slide2.xml" Id="Raf0925b5b4114bc8" /><Relationship Type="http://schemas.openxmlformats.org/officeDocument/2006/relationships/slide" Target="/ppt/slides/slide3.xml" Id="Rf941da98383a426a" /><Relationship Type="http://schemas.openxmlformats.org/officeDocument/2006/relationships/slide" Target="/ppt/slides/slide4.xml" Id="Racf2455c10ee41cc" /><Relationship Type="http://schemas.openxmlformats.org/officeDocument/2006/relationships/slide" Target="/ppt/slides/slide5.xml" Id="R3b4311ec7e7c4ece" /><Relationship Type="http://schemas.openxmlformats.org/officeDocument/2006/relationships/slide" Target="/ppt/slides/slide6.xml" Id="Rd01600e006f84c26" /><Relationship Type="http://schemas.openxmlformats.org/officeDocument/2006/relationships/slide" Target="/ppt/slides/slide7.xml" Id="R108fc02600c6460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e5c0a430e04d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99fadc4ec47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3ebad7ed647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7c85a77f7f4c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974d27e234f3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ab228d3b430478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a06a50b4d4d9c" /><Relationship Type="http://schemas.openxmlformats.org/officeDocument/2006/relationships/image" Target="/ppt/media/image.png" Id="R49d3fb7a960747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90ce843f949e2" /><Relationship Type="http://schemas.openxmlformats.org/officeDocument/2006/relationships/image" Target="/ppt/media/image2.png" Id="R55bf11e429bc4c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d082eca3b4a8d" /><Relationship Type="http://schemas.openxmlformats.org/officeDocument/2006/relationships/image" Target="/ppt/media/image3.png" Id="R1b1e2335eab344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9d22275b84155" /><Relationship Type="http://schemas.openxmlformats.org/officeDocument/2006/relationships/image" Target="/ppt/media/image4.png" Id="R9fa6478e4df54b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95f49b05a47b5" /><Relationship Type="http://schemas.openxmlformats.org/officeDocument/2006/relationships/image" Target="/ppt/media/image5.png" Id="R40370a09ce524f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8cff2c9f8402c" /><Relationship Type="http://schemas.openxmlformats.org/officeDocument/2006/relationships/image" Target="/ppt/media/image6.png" Id="R436f171a133d49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81986ca834756" /><Relationship Type="http://schemas.openxmlformats.org/officeDocument/2006/relationships/image" Target="/ppt/media/image7.png" Id="R418f44c9c47f488f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3fb7a960747a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f11e429bc4c4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e2335eab344f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6478e4df54bc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70a09ce524fd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f171a133d49e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f44c9c47f488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2026-08-09T20:00:19.0000000Z</dcterms:created>
  <lastModifiedBy>OfficeCLI</lastModifiedBy>
  <dcterms:modified xsi:type="dcterms:W3CDTF">2026-08-09T20:00:19.6867220Z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2026-08-09T20:00:20Z</vt:lpwstr>
  </op:property>
</op:Properties>
</file>