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Default Extension="png" ContentType="image/png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ba93ee544e3f46ea" /><Relationship Type="http://schemas.openxmlformats.org/package/2006/relationships/metadata/core-properties" Target="/docProps/core.xml" Id="Re29b5eea324d406e" /><Relationship Type="http://schemas.openxmlformats.org/officeDocument/2006/relationships/extended-properties" Target="/docProps/app.xml" Id="Rf27e53f1fb9a408b" /><Relationship Type="http://schemas.openxmlformats.org/officeDocument/2006/relationships/custom-properties" Target="/docProps/custom.xml" Id="R888e8b9da5b94159" /></Relationships>
</file>

<file path=ppt/presentation.xml><?xml version="1.0" encoding="utf-8"?>
<p:presentation xmlns:r="http://schemas.openxmlformats.org/officeDocument/2006/relationships" xmlns:p="http://schemas.openxmlformats.org/presentationml/2006/main">
  <p:sldMasterIdLst>
    <p:sldMasterId xmlns:r="http://schemas.openxmlformats.org/officeDocument/2006/relationships" id="2147483648" r:id="rId1"/>
  </p:sldMasterIdLst>
  <p:sldIdLst>
    <p:sldId id="256" r:id="Re8c73646aced479c"/>
    <p:sldId id="257" r:id="R812ee914148a4d99"/>
    <p:sldId id="258" r:id="Rac2bea7562ea4563"/>
    <p:sldId id="259" r:id="Rdc6f45aab4e24ff2"/>
    <p:sldId id="260" r:id="R8e5e383020aa454b"/>
    <p:sldId id="261" r:id="R7d963b62c4fd477b"/>
    <p:sldId id="262" r:id="R643b4cbff7ad483d"/>
    <p:sldId id="263" r:id="Rda048a72370646d8"/>
  </p:sldIdLst>
  <p:sldSz cx="12192000" cy="6858000" type="screen16x9"/>
  <p:notesSz cx="6858000" cy="9144000"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1" /><Relationship Type="http://schemas.openxmlformats.org/officeDocument/2006/relationships/theme" Target="/ppt/theme/theme1.xml" Id="rId2" /><Relationship Type="http://schemas.openxmlformats.org/officeDocument/2006/relationships/slide" Target="/ppt/slides/slide1.xml" Id="Re8c73646aced479c" /><Relationship Type="http://schemas.openxmlformats.org/officeDocument/2006/relationships/slide" Target="/ppt/slides/slide2.xml" Id="R812ee914148a4d99" /><Relationship Type="http://schemas.openxmlformats.org/officeDocument/2006/relationships/slide" Target="/ppt/slides/slide3.xml" Id="Rac2bea7562ea4563" /><Relationship Type="http://schemas.openxmlformats.org/officeDocument/2006/relationships/slide" Target="/ppt/slides/slide4.xml" Id="Rdc6f45aab4e24ff2" /><Relationship Type="http://schemas.openxmlformats.org/officeDocument/2006/relationships/slide" Target="/ppt/slides/slide5.xml" Id="R8e5e383020aa454b" /><Relationship Type="http://schemas.openxmlformats.org/officeDocument/2006/relationships/slide" Target="/ppt/slides/slide6.xml" Id="R7d963b62c4fd477b" /><Relationship Type="http://schemas.openxmlformats.org/officeDocument/2006/relationships/slide" Target="/ppt/slides/slide7.xml" Id="R643b4cbff7ad483d" /><Relationship Type="http://schemas.openxmlformats.org/officeDocument/2006/relationships/slide" Target="/ppt/slides/slide8.xml" Id="Rda048a72370646d8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e196b76242c4d87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45693a4a8014e80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dd03b4eb81c4319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e756d4acb0948c9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1bc74867ef84861" /></Relationships>
</file>

<file path=ppt/slideLayouts/slideLayout1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/>
    </p:spTree>
  </p:cSld>
</p:sldLayout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ctrTitle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Subtitle"/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3.xml><?xml version="1.0" encoding="utf-8"?>
<p:sldLayout xmlns:p="http://schemas.openxmlformats.org/presentationml/2006/main" type="objTx">
  <p:cSld name="Title and Content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Content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ColTx">
  <p:cSld name="Two Content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Content Left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4" name="Content Right"/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5.xml><?xml version="1.0" encoding="utf-8"?>
<p:sldLayout xmlns:p="http://schemas.openxmlformats.org/presentationml/2006/main" type="titleOnly">
  <p:cSld name="Title Only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1" /><Relationship Type="http://schemas.openxmlformats.org/officeDocument/2006/relationships/theme" Target="/ppt/theme/theme1.xml" Id="Rbce2297610f547a7" /><Relationship Type="http://schemas.openxmlformats.org/officeDocument/2006/relationships/slideLayout" Target="/ppt/slideLayouts/slideLayout2.xml" Id="rId2" /><Relationship Type="http://schemas.openxmlformats.org/officeDocument/2006/relationships/slideLayout" Target="/ppt/slideLayouts/slideLayout3.xml" Id="rId3" /><Relationship Type="http://schemas.openxmlformats.org/officeDocument/2006/relationships/slideLayout" Target="/ppt/slideLayouts/slideLayout4.xml" Id="rId4" /><Relationship Type="http://schemas.openxmlformats.org/officeDocument/2006/relationships/slideLayout" Target="/ppt/slideLayouts/slideLayout5.xml" Id="rId5" /></Relationships>
</file>

<file path=ppt/slideMasters/slideMaster1.xml><?xml version="1.0" encoding="utf-8"?>
<p:sldMaster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1"/>
    <p:sldLayoutId xmlns:r="http://schemas.openxmlformats.org/officeDocument/2006/relationships" id="2147483650" r:id="rId2"/>
    <p:sldLayoutId xmlns:r="http://schemas.openxmlformats.org/officeDocument/2006/relationships" id="2147483651" r:id="rId3"/>
    <p:sldLayoutId xmlns:r="http://schemas.openxmlformats.org/officeDocument/2006/relationships" id="2147483652" r:id="rId4"/>
    <p:sldLayoutId xmlns:r="http://schemas.openxmlformats.org/officeDocument/2006/relationships" id="2147483653" r:id="rId5"/>
  </p:sldLayoutIdLst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2d9a5f35a414e54" /><Relationship Type="http://schemas.openxmlformats.org/officeDocument/2006/relationships/image" Target="/ppt/media/image.png" Id="R91b0dfedb09544ad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8753bd239314f61" /><Relationship Type="http://schemas.openxmlformats.org/officeDocument/2006/relationships/image" Target="/ppt/media/image2.png" Id="R1081009a3c034cdf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996e988adb448dd" /><Relationship Type="http://schemas.openxmlformats.org/officeDocument/2006/relationships/image" Target="/ppt/media/image3.png" Id="R6de4868162c248e3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6769814b1d845c4" /><Relationship Type="http://schemas.openxmlformats.org/officeDocument/2006/relationships/image" Target="/ppt/media/image4.png" Id="R56c0d4cede96449d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49451967cc74df0" /><Relationship Type="http://schemas.openxmlformats.org/officeDocument/2006/relationships/image" Target="/ppt/media/image5.png" Id="R5b1fc558d9164076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c029812420a41eb" /><Relationship Type="http://schemas.openxmlformats.org/officeDocument/2006/relationships/image" Target="/ppt/media/image6.png" Id="Rc4dc05b6395542fb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e05c015e80a423a" /><Relationship Type="http://schemas.openxmlformats.org/officeDocument/2006/relationships/image" Target="/ppt/media/image7.png" Id="R351e05ac09e14b04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f35d75f7c984184" /><Relationship Type="http://schemas.openxmlformats.org/officeDocument/2006/relationships/image" Target="/ppt/media/image8.png" Id="Re7412dd07af2485e" /></Relationships>
</file>

<file path=ppt/slides/slide1.xml><?xml version="1.0" encoding="utf-8"?>
<p:sld xmlns:p="http://schemas.openxmlformats.org/presentationml/2006/main">
  <p:cSld name="Slide 1">
    <p:spTree>
      <p:nvGrpSpPr>
        <p:cNvPr id="1" name=""/>
        <p:cNvGrpSpPr/>
        <p:nvPr/>
      </p:nvGrpSpPr>
      <p:grpSpPr/>
      <p:pic>
        <p:nvPicPr>
          <p:cNvPr id="100000" name="Rendered page 1" descr="Rendered static p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1b0dfedb09544ad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</p:cSld>
</p:sld>
</file>

<file path=ppt/slides/slide2.xml><?xml version="1.0" encoding="utf-8"?>
<p:sld xmlns:p="http://schemas.openxmlformats.org/presentationml/2006/main">
  <p:cSld name="Slide 2">
    <p:spTree>
      <p:nvGrpSpPr>
        <p:cNvPr id="1" name=""/>
        <p:cNvGrpSpPr/>
        <p:nvPr/>
      </p:nvGrpSpPr>
      <p:grpSpPr/>
      <p:pic>
        <p:nvPicPr>
          <p:cNvPr id="100001" name="Rendered page 2" descr="Rendered static p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081009a3c034cdf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</p:cSld>
</p:sld>
</file>

<file path=ppt/slides/slide3.xml><?xml version="1.0" encoding="utf-8"?>
<p:sld xmlns:p="http://schemas.openxmlformats.org/presentationml/2006/main">
  <p:cSld name="Slide 3">
    <p:spTree>
      <p:nvGrpSpPr>
        <p:cNvPr id="1" name=""/>
        <p:cNvGrpSpPr/>
        <p:nvPr/>
      </p:nvGrpSpPr>
      <p:grpSpPr/>
      <p:pic>
        <p:nvPicPr>
          <p:cNvPr id="100002" name="Rendered page 3" descr="Rendered static pag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de4868162c248e3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</p:cSld>
</p:sld>
</file>

<file path=ppt/slides/slide4.xml><?xml version="1.0" encoding="utf-8"?>
<p:sld xmlns:p="http://schemas.openxmlformats.org/presentationml/2006/main">
  <p:cSld name="Slide 4">
    <p:spTree>
      <p:nvGrpSpPr>
        <p:cNvPr id="1" name=""/>
        <p:cNvGrpSpPr/>
        <p:nvPr/>
      </p:nvGrpSpPr>
      <p:grpSpPr/>
      <p:pic>
        <p:nvPicPr>
          <p:cNvPr id="100003" name="Rendered page 4" descr="Rendered static page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6c0d4cede96449d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</p:cSld>
</p:sld>
</file>

<file path=ppt/slides/slide5.xml><?xml version="1.0" encoding="utf-8"?>
<p:sld xmlns:p="http://schemas.openxmlformats.org/presentationml/2006/main">
  <p:cSld name="Slide 5">
    <p:spTree>
      <p:nvGrpSpPr>
        <p:cNvPr id="1" name=""/>
        <p:cNvGrpSpPr/>
        <p:nvPr/>
      </p:nvGrpSpPr>
      <p:grpSpPr/>
      <p:pic>
        <p:nvPicPr>
          <p:cNvPr id="100004" name="Rendered page 5" descr="Rendered static page 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b1fc558d9164076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</p:cSld>
</p:sld>
</file>

<file path=ppt/slides/slide6.xml><?xml version="1.0" encoding="utf-8"?>
<p:sld xmlns:p="http://schemas.openxmlformats.org/presentationml/2006/main">
  <p:cSld name="Slide 6">
    <p:spTree>
      <p:nvGrpSpPr>
        <p:cNvPr id="1" name=""/>
        <p:cNvGrpSpPr/>
        <p:nvPr/>
      </p:nvGrpSpPr>
      <p:grpSpPr/>
      <p:pic>
        <p:nvPicPr>
          <p:cNvPr id="100005" name="Rendered page 6" descr="Rendered static page 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4dc05b6395542fb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</p:cSld>
</p:sld>
</file>

<file path=ppt/slides/slide7.xml><?xml version="1.0" encoding="utf-8"?>
<p:sld xmlns:p="http://schemas.openxmlformats.org/presentationml/2006/main">
  <p:cSld name="Slide 7">
    <p:spTree>
      <p:nvGrpSpPr>
        <p:cNvPr id="1" name=""/>
        <p:cNvGrpSpPr/>
        <p:nvPr/>
      </p:nvGrpSpPr>
      <p:grpSpPr/>
      <p:pic>
        <p:nvPicPr>
          <p:cNvPr id="100006" name="Rendered page 7" descr="Rendered static page 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51e05ac09e14b04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</p:cSld>
</p:sld>
</file>

<file path=ppt/slides/slide8.xml><?xml version="1.0" encoding="utf-8"?>
<p:sld xmlns:p="http://schemas.openxmlformats.org/presentationml/2006/main">
  <p:cSld name="Slide 8">
    <p:spTree>
      <p:nvGrpSpPr>
        <p:cNvPr id="1" name=""/>
        <p:cNvGrpSpPr/>
        <p:nvPr/>
      </p:nvGrpSpPr>
      <p:grpSpPr/>
      <p:pic>
        <p:nvPicPr>
          <p:cNvPr id="100007" name="Rendered page 8" descr="Rendered static page 8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7412dd07af2485e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等线"/>
        <a:cs typeface=""/>
      </a:majorFont>
      <a:minorFont>
        <a:latin typeface="Calibri"/>
        <a:ea typeface="等线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>
          <a:solidFill>
            <a:schemeClr val="phClr"/>
          </a:solidFill>
        </a:ln>
        <a:ln w="12700" cap="flat">
          <a:solidFill>
            <a:schemeClr val="phClr"/>
          </a:solidFill>
        </a:ln>
        <a:ln w="19050" cap="flat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ap:Properties xmlns:ap="http://schemas.openxmlformats.org/officeDocument/2006/extended-properties">
  <ap:Application>OfficeCLI/1.0.144</ap:Application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one-person-lab-app</dc:creator>
  <dcterms:created xsi:type="dcterms:W3CDTF">2026-08-22T01:53:23.0000000Z</dcterms:created>
  <lastModifiedBy>OfficeCLI</lastModifiedBy>
  <dcterms:modified xsi:type="dcterms:W3CDTF">2026-08-22T01:53:24.2937850Z</dcterms:modified>
  <dc:title>One Person Lab App 首次安装图文教程</dc:title>
  <dc:subject>按安装、首次检查、登录或确认模型访问、进入工作台的顺序操作。</dc:subject>
</coreProperties>
</file>

<file path=docProps/custom.xml><?xml version="1.0" encoding="utf-8"?>
<op:Properties xmlns:op="http://schemas.openxmlformats.org/officeDocument/2006/custom-properties">
  <op:property fmtid="{D5CDD505-2E9C-101B-9397-08002B2CF9AE}" pid="2" name="OfficeCLI.Version">
    <vt:lpwstr xmlns:vt="http://schemas.openxmlformats.org/officeDocument/2006/docPropsVTypes">1.0.144</vt:lpwstr>
  </op:property>
  <op:property fmtid="{D5CDD505-2E9C-101B-9397-08002B2CF9AE}" pid="3" name="OfficeCLI.LastModified">
    <vt:lpwstr xmlns:vt="http://schemas.openxmlformats.org/officeDocument/2006/docPropsVTypes">2026-08-22T01:53:25Z</vt:lpwstr>
  </op:property>
</op:Properties>
</file>