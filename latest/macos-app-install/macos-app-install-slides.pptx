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30787a118294af4" /><Relationship Type="http://schemas.openxmlformats.org/package/2006/relationships/metadata/core-properties" Target="/docProps/core.xml" Id="Ra2a876874c3f46c5" /><Relationship Type="http://schemas.openxmlformats.org/officeDocument/2006/relationships/extended-properties" Target="/docProps/app.xml" Id="R00e893dcb75344b6" /><Relationship Type="http://schemas.openxmlformats.org/officeDocument/2006/relationships/custom-properties" Target="/docProps/custom.xml" Id="R677ec3404ad0487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d3e5b2fdb472422d"/>
    <p:sldId id="257" r:id="Rff33c7425b5a425b"/>
    <p:sldId id="258" r:id="Rf1bd0c89162141f9"/>
    <p:sldId id="259" r:id="Rcff129f86a28425f"/>
    <p:sldId id="260" r:id="R500b48141a5c463d"/>
    <p:sldId id="261" r:id="Ra72dd777175a4dda"/>
    <p:sldId id="262" r:id="R6ad79157f1084357"/>
    <p:sldId id="263" r:id="R7485ff926dc74233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3e5b2fdb472422d" /><Relationship Type="http://schemas.openxmlformats.org/officeDocument/2006/relationships/slide" Target="/ppt/slides/slide2.xml" Id="Rff33c7425b5a425b" /><Relationship Type="http://schemas.openxmlformats.org/officeDocument/2006/relationships/slide" Target="/ppt/slides/slide3.xml" Id="Rf1bd0c89162141f9" /><Relationship Type="http://schemas.openxmlformats.org/officeDocument/2006/relationships/slide" Target="/ppt/slides/slide4.xml" Id="Rcff129f86a28425f" /><Relationship Type="http://schemas.openxmlformats.org/officeDocument/2006/relationships/slide" Target="/ppt/slides/slide5.xml" Id="R500b48141a5c463d" /><Relationship Type="http://schemas.openxmlformats.org/officeDocument/2006/relationships/slide" Target="/ppt/slides/slide6.xml" Id="Ra72dd777175a4dda" /><Relationship Type="http://schemas.openxmlformats.org/officeDocument/2006/relationships/slide" Target="/ppt/slides/slide7.xml" Id="R6ad79157f1084357" /><Relationship Type="http://schemas.openxmlformats.org/officeDocument/2006/relationships/slide" Target="/ppt/slides/slide8.xml" Id="R7485ff926dc7423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b9f3070cbc4d7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1102cc230e4a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d10035604f43c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a69986d57049b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c951dac614d70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d083c78e32c4f39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595bb0db74f64" /><Relationship Type="http://schemas.openxmlformats.org/officeDocument/2006/relationships/image" Target="/ppt/media/image.png" Id="R065c566ee9bf4e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a6ce35f636496b" /><Relationship Type="http://schemas.openxmlformats.org/officeDocument/2006/relationships/image" Target="/ppt/media/image2.png" Id="R4ad27e8053da4d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708bdce034417" /><Relationship Type="http://schemas.openxmlformats.org/officeDocument/2006/relationships/image" Target="/ppt/media/image3.png" Id="R551b4eec7fed4b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4640f4daf4405" /><Relationship Type="http://schemas.openxmlformats.org/officeDocument/2006/relationships/image" Target="/ppt/media/image4.png" Id="Re29927f1989c4c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0313ee66e44d4" /><Relationship Type="http://schemas.openxmlformats.org/officeDocument/2006/relationships/image" Target="/ppt/media/image5.png" Id="Rd1d88eb6242145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e1e5cc21847f8" /><Relationship Type="http://schemas.openxmlformats.org/officeDocument/2006/relationships/image" Target="/ppt/media/image6.png" Id="Rd4130d622c7d49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4c92747c734e81" /><Relationship Type="http://schemas.openxmlformats.org/officeDocument/2006/relationships/image" Target="/ppt/media/image7.png" Id="R3a7e8243763741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c2bd0042d84e87" /><Relationship Type="http://schemas.openxmlformats.org/officeDocument/2006/relationships/image" Target="/ppt/media/image8.png" Id="R7604b2c23c874c29" /></Relationships>
</file>

<file path=ppt/slides/slide1.xml><?xml version="1.0" encoding="utf-8"?>
<p:sld xmlns:p="http://schemas.openxmlformats.org/presentationml/2006/main">
  <p:cSld name="Slide 1">
    <p:spTree>
      <p:nvGrpSpPr>
        <p:cNvPr id="1" name=""/>
        <p:cNvGrpSpPr/>
        <p:nvPr/>
      </p:nvGrpSpPr>
      <p:grpSpPr/>
      <p:pic>
        <p:nvPicPr>
          <p:cNvPr id="100000" name="Rendered page 1" descr="Rendered static p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5c566ee9bf4e8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 name="Slide 2">
    <p:spTree>
      <p:nvGrpSpPr>
        <p:cNvPr id="1" name=""/>
        <p:cNvGrpSpPr/>
        <p:nvPr/>
      </p:nvGrpSpPr>
      <p:grpSpPr/>
      <p:pic>
        <p:nvPicPr>
          <p:cNvPr id="100001" name="Rendered page 2" descr="Rendered static p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27e8053da4d6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>
  <p:cSld name="Slide 3">
    <p:spTree>
      <p:nvGrpSpPr>
        <p:cNvPr id="1" name=""/>
        <p:cNvGrpSpPr/>
        <p:nvPr/>
      </p:nvGrpSpPr>
      <p:grpSpPr/>
      <p:pic>
        <p:nvPicPr>
          <p:cNvPr id="100002" name="Rendered page 3" descr="Rendered static p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1b4eec7fed4b1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>
  <p:cSld name="Slide 4">
    <p:spTree>
      <p:nvGrpSpPr>
        <p:cNvPr id="1" name=""/>
        <p:cNvGrpSpPr/>
        <p:nvPr/>
      </p:nvGrpSpPr>
      <p:grpSpPr/>
      <p:pic>
        <p:nvPicPr>
          <p:cNvPr id="100003" name="Rendered page 4" descr="Rendered static p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927f1989c4c3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>
  <p:cSld name="Slide 5">
    <p:spTree>
      <p:nvGrpSpPr>
        <p:cNvPr id="1" name=""/>
        <p:cNvGrpSpPr/>
        <p:nvPr/>
      </p:nvGrpSpPr>
      <p:grpSpPr/>
      <p:pic>
        <p:nvPicPr>
          <p:cNvPr id="100004" name="Rendered page 5" descr="Rendered static p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88eb62421453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>
  <p:cSld name="Slide 6">
    <p:spTree>
      <p:nvGrpSpPr>
        <p:cNvPr id="1" name=""/>
        <p:cNvGrpSpPr/>
        <p:nvPr/>
      </p:nvGrpSpPr>
      <p:grpSpPr/>
      <p:pic>
        <p:nvPicPr>
          <p:cNvPr id="100005" name="Rendered page 6" descr="Rendered static p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130d622c7d496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>
  <p:cSld name="Slide 7">
    <p:spTree>
      <p:nvGrpSpPr>
        <p:cNvPr id="1" name=""/>
        <p:cNvGrpSpPr/>
        <p:nvPr/>
      </p:nvGrpSpPr>
      <p:grpSpPr/>
      <p:pic>
        <p:nvPicPr>
          <p:cNvPr id="100006" name="Rendered page 7" descr="Rendered static p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e8243763741a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8.xml><?xml version="1.0" encoding="utf-8"?>
<p:sld xmlns:p="http://schemas.openxmlformats.org/presentationml/2006/main">
  <p:cSld name="Slide 8">
    <p:spTree>
      <p:nvGrpSpPr>
        <p:cNvPr id="1" name=""/>
        <p:cNvGrpSpPr/>
        <p:nvPr/>
      </p:nvGrpSpPr>
      <p:grpSpPr/>
      <p:pic>
        <p:nvPicPr>
          <p:cNvPr id="100007" name="Rendered page 8" descr="Rendered static p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04b2c23c874c2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one-person-lab-app</dc:creator>
  <dcterms:created xsi:type="dcterms:W3CDTF">2026-08-22T02:37:09.0000000Z</dcterms:created>
  <lastModifiedBy>OfficeCLI</lastModifiedBy>
  <dcterms:modified xsi:type="dcterms:W3CDTF">2026-08-22T02:37:09.6446550Z</dcterms:modified>
  <dc:title>One Person Lab App 首次安装图文教程</dc:title>
  <dc:subject>按安装、首次检查、登录或确认模型访问、进入工作台的顺序操作。</dc:subject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1.0.144</vt:lpwstr>
  </op:property>
  <op:property fmtid="{D5CDD505-2E9C-101B-9397-08002B2CF9AE}" pid="3" name="OfficeCLI.LastModified">
    <vt:lpwstr xmlns:vt="http://schemas.openxmlformats.org/officeDocument/2006/docPropsVTypes">2026-08-22T02:37:10Z</vt:lpwstr>
  </op:property>
</op:Properties>
</file>