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png" ContentType="image/png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a618442fa1ac45fb" /><Relationship Type="http://schemas.openxmlformats.org/package/2006/relationships/metadata/core-properties" Target="/docProps/core.xml" Id="Rf76198a15c154e93" /><Relationship Type="http://schemas.openxmlformats.org/officeDocument/2006/relationships/extended-properties" Target="/docProps/app.xml" Id="R9ba84d2204264555" /><Relationship Type="http://schemas.openxmlformats.org/officeDocument/2006/relationships/custom-properties" Target="/docProps/custom.xml" Id="Rb23776093032421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Id1"/>
  </p:sldMasterIdLst>
  <p:sldIdLst>
    <p:sldId id="256" r:id="R494647f4c11c4f84"/>
    <p:sldId id="257" r:id="R35c4ebef4eda4fe9"/>
    <p:sldId id="258" r:id="R368b13557af940f3"/>
    <p:sldId id="259" r:id="R7926ff723c854607"/>
    <p:sldId id="260" r:id="R69d3ddba35d6477b"/>
    <p:sldId id="261" r:id="R03080afee8b34ff6"/>
    <p:sldId id="262" r:id="R08770733c1774471"/>
  </p:sldIdLst>
  <p:sldSz cx="12192000" cy="6858000" type="screen16x9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Relationship Type="http://schemas.openxmlformats.org/officeDocument/2006/relationships/theme" Target="/ppt/theme/theme1.xml" Id="rId2" /><Relationship Type="http://schemas.openxmlformats.org/officeDocument/2006/relationships/slide" Target="/ppt/slides/slide1.xml" Id="R494647f4c11c4f84" /><Relationship Type="http://schemas.openxmlformats.org/officeDocument/2006/relationships/slide" Target="/ppt/slides/slide2.xml" Id="R35c4ebef4eda4fe9" /><Relationship Type="http://schemas.openxmlformats.org/officeDocument/2006/relationships/slide" Target="/ppt/slides/slide3.xml" Id="R368b13557af940f3" /><Relationship Type="http://schemas.openxmlformats.org/officeDocument/2006/relationships/slide" Target="/ppt/slides/slide4.xml" Id="R7926ff723c854607" /><Relationship Type="http://schemas.openxmlformats.org/officeDocument/2006/relationships/slide" Target="/ppt/slides/slide5.xml" Id="R69d3ddba35d6477b" /><Relationship Type="http://schemas.openxmlformats.org/officeDocument/2006/relationships/slide" Target="/ppt/slides/slide6.xml" Id="R03080afee8b34ff6" /><Relationship Type="http://schemas.openxmlformats.org/officeDocument/2006/relationships/slide" Target="/ppt/slides/slide7.xml" Id="R08770733c1774471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049049b35f440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8dc8fda6c54d8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a7ec304838434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830a5f9d634e7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47fd4e7e164889" /></Relationships>
</file>

<file path=ppt/slideLayouts/slideLayout1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</p:sldLayout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Subtitle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3.xml><?xml version="1.0" encoding="utf-8"?>
<p:sldLayout xmlns:p="http://schemas.openxmlformats.org/presentationml/2006/main" type="objTx">
  <p:cSld name="Title and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ColTx">
  <p:cSld name="Two Content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3" name="Content Left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  <p:sp>
        <p:nvSpPr>
          <p:cNvPr id="4" name="Content Right"/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Layouts/slideLayout5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 lang="en-US"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07b9b20e2ebe4487" /><Relationship Type="http://schemas.openxmlformats.org/officeDocument/2006/relationships/slideLayout" Target="/ppt/slideLayouts/slideLayout2.xml" Id="rId2" /><Relationship Type="http://schemas.openxmlformats.org/officeDocument/2006/relationships/slideLayout" Target="/ppt/slideLayouts/slideLayout3.xml" Id="rId3" /><Relationship Type="http://schemas.openxmlformats.org/officeDocument/2006/relationships/slideLayout" Target="/ppt/slideLayouts/slideLayout4.xml" Id="rId4" /><Relationship Type="http://schemas.openxmlformats.org/officeDocument/2006/relationships/slideLayout" Target="/ppt/slideLayouts/slideLayout5.xml" Id="rId5" /></Relationships>
</file>

<file path=ppt/slideMasters/slideMaster1.xml><?xml version="1.0" encoding="utf-8"?>
<p:sldMaster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1"/>
    <p:sldLayoutId xmlns:r="http://schemas.openxmlformats.org/officeDocument/2006/relationships" id="2147483650" r:id="rId2"/>
    <p:sldLayoutId xmlns:r="http://schemas.openxmlformats.org/officeDocument/2006/relationships" id="2147483651" r:id="rId3"/>
    <p:sldLayoutId xmlns:r="http://schemas.openxmlformats.org/officeDocument/2006/relationships" id="2147483652" r:id="rId4"/>
    <p:sldLayoutId xmlns:r="http://schemas.openxmlformats.org/officeDocument/2006/relationships" id="2147483653" r:id="rId5"/>
  </p:sldLayoutIdLst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e9f5b6f7e74966" /><Relationship Type="http://schemas.openxmlformats.org/officeDocument/2006/relationships/image" Target="/ppt/media/image.png" Id="Rb8d598d0100e4b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63079952a4848" /><Relationship Type="http://schemas.openxmlformats.org/officeDocument/2006/relationships/image" Target="/ppt/media/image2.png" Id="R6507ce6096b44aa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a2125e27c42e5" /><Relationship Type="http://schemas.openxmlformats.org/officeDocument/2006/relationships/image" Target="/ppt/media/image3.png" Id="Rb346c7cac7ec4a0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020a0392ce44e3" /><Relationship Type="http://schemas.openxmlformats.org/officeDocument/2006/relationships/image" Target="/ppt/media/image4.png" Id="R0b41388258654f8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b65bd0311435d" /><Relationship Type="http://schemas.openxmlformats.org/officeDocument/2006/relationships/image" Target="/ppt/media/image5.png" Id="Ra4d8cfe8497844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c1a41080f74ef5" /><Relationship Type="http://schemas.openxmlformats.org/officeDocument/2006/relationships/image" Target="/ppt/media/image6.png" Id="R3b7e7010c0ad49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a460373c4a453e" /><Relationship Type="http://schemas.openxmlformats.org/officeDocument/2006/relationships/image" Target="/ppt/media/image7.png" Id="Rbe477047d6504bd2" /></Relationships>
</file>

<file path=ppt/slides/slide1.xml><?xml version="1.0" encoding="utf-8"?>
<p:sld xmlns:p="http://schemas.openxmlformats.org/presentationml/2006/main">
  <p:cSld name="Slide 1">
    <p:spTree>
      <p:nvGrpSpPr>
        <p:cNvPr id="1" name=""/>
        <p:cNvGrpSpPr/>
        <p:nvPr/>
      </p:nvGrpSpPr>
      <p:grpSpPr/>
      <p:pic>
        <p:nvPicPr>
          <p:cNvPr id="100000" name="Rendered page 1" descr="Rendered static p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d598d0100e4b6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2.xml><?xml version="1.0" encoding="utf-8"?>
<p:sld xmlns:p="http://schemas.openxmlformats.org/presentationml/2006/main">
  <p:cSld name="Slide 2">
    <p:spTree>
      <p:nvGrpSpPr>
        <p:cNvPr id="1" name=""/>
        <p:cNvGrpSpPr/>
        <p:nvPr/>
      </p:nvGrpSpPr>
      <p:grpSpPr/>
      <p:pic>
        <p:nvPicPr>
          <p:cNvPr id="100001" name="Rendered page 2" descr="Rendered static p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7ce6096b44aa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3.xml><?xml version="1.0" encoding="utf-8"?>
<p:sld xmlns:p="http://schemas.openxmlformats.org/presentationml/2006/main">
  <p:cSld name="Slide 3">
    <p:spTree>
      <p:nvGrpSpPr>
        <p:cNvPr id="1" name=""/>
        <p:cNvGrpSpPr/>
        <p:nvPr/>
      </p:nvGrpSpPr>
      <p:grpSpPr/>
      <p:pic>
        <p:nvPicPr>
          <p:cNvPr id="100002" name="Rendered page 3" descr="Rendered static p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6c7cac7ec4a09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4.xml><?xml version="1.0" encoding="utf-8"?>
<p:sld xmlns:p="http://schemas.openxmlformats.org/presentationml/2006/main">
  <p:cSld name="Slide 4">
    <p:spTree>
      <p:nvGrpSpPr>
        <p:cNvPr id="1" name=""/>
        <p:cNvGrpSpPr/>
        <p:nvPr/>
      </p:nvGrpSpPr>
      <p:grpSpPr/>
      <p:pic>
        <p:nvPicPr>
          <p:cNvPr id="100003" name="Rendered page 4" descr="Rendered static page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1388258654f8b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5.xml><?xml version="1.0" encoding="utf-8"?>
<p:sld xmlns:p="http://schemas.openxmlformats.org/presentationml/2006/main">
  <p:cSld name="Slide 5">
    <p:spTree>
      <p:nvGrpSpPr>
        <p:cNvPr id="1" name=""/>
        <p:cNvGrpSpPr/>
        <p:nvPr/>
      </p:nvGrpSpPr>
      <p:grpSpPr/>
      <p:pic>
        <p:nvPicPr>
          <p:cNvPr id="100004" name="Rendered page 5" descr="Rendered static pag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d8cfe8497844a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6.xml><?xml version="1.0" encoding="utf-8"?>
<p:sld xmlns:p="http://schemas.openxmlformats.org/presentationml/2006/main">
  <p:cSld name="Slide 6">
    <p:spTree>
      <p:nvGrpSpPr>
        <p:cNvPr id="1" name=""/>
        <p:cNvGrpSpPr/>
        <p:nvPr/>
      </p:nvGrpSpPr>
      <p:grpSpPr/>
      <p:pic>
        <p:nvPicPr>
          <p:cNvPr id="100005" name="Rendered page 6" descr="Rendered static page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7e7010c0ad497e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slides/slide7.xml><?xml version="1.0" encoding="utf-8"?>
<p:sld xmlns:p="http://schemas.openxmlformats.org/presentationml/2006/main">
  <p:cSld name="Slide 7">
    <p:spTree>
      <p:nvGrpSpPr>
        <p:cNvPr id="1" name=""/>
        <p:cNvGrpSpPr/>
        <p:nvPr/>
      </p:nvGrpSpPr>
      <p:grpSpPr/>
      <p:pic>
        <p:nvPicPr>
          <p:cNvPr id="100006" name="Rendered page 7" descr="Rendered static page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477047d6504bd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>
          <a:solidFill>
            <a:schemeClr val="phClr"/>
          </a:solidFill>
        </a:ln>
        <a:ln w="12700" cap="flat">
          <a:solidFill>
            <a:schemeClr val="phClr"/>
          </a:solidFill>
        </a:ln>
        <a:ln w="19050" cap="flat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ap:Properties xmlns:ap="http://schemas.openxmlformats.org/officeDocument/2006/extended-properties">
  <ap:Application>OfficeCLI/1.0.143</ap:Applicat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one-person-lab-app</dc:creator>
  <dcterms:created xsi:type="dcterms:W3CDTF">2026-08-10T01:48:39.0000000Z</dcterms:created>
  <lastModifiedBy>OfficeCLI</lastModifiedBy>
  <dcterms:modified xsi:type="dcterms:W3CDTF">2026-08-10T01:48:39.5855530Z</dcterms:modified>
  <dc:title>One Person Lab App 首次安装图文教程</dc:title>
  <dc:subject>按安装、首次检查、登录或确认模型访问、进入工作台的顺序操作。</dc:subject>
</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1.0.143</vt:lpwstr>
  </op:property>
  <op:property fmtid="{D5CDD505-2E9C-101B-9397-08002B2CF9AE}" pid="3" name="OfficeCLI.LastModified">
    <vt:lpwstr xmlns:vt="http://schemas.openxmlformats.org/officeDocument/2006/docPropsVTypes">2026-08-10T01:48:39Z</vt:lpwstr>
  </op:property>
</op:Properties>
</file>