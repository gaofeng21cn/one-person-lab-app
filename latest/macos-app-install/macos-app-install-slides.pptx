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862d56201a65497f" /><Relationship Type="http://schemas.openxmlformats.org/package/2006/relationships/metadata/core-properties" Target="/docProps/core.xml" Id="R6100441f1ef04977" /><Relationship Type="http://schemas.openxmlformats.org/officeDocument/2006/relationships/extended-properties" Target="/docProps/app.xml" Id="Rd4ed7f8b9b3b4dfa" /><Relationship Type="http://schemas.openxmlformats.org/officeDocument/2006/relationships/custom-properties" Target="/docProps/custom.xml" Id="R9e37868fed2b4a13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96ffd194586d4fb9"/>
    <p:sldId id="257" r:id="Rbab24dc0122c4a2c"/>
    <p:sldId id="258" r:id="R8abc5d51aeb74c33"/>
    <p:sldId id="259" r:id="Rf1be90228ba045bb"/>
    <p:sldId id="260" r:id="Rb1bdc34b25f8499b"/>
    <p:sldId id="261" r:id="R1a58305e061c4838"/>
    <p:sldId id="262" r:id="R674cb35febd14c21"/>
  </p:sldIdLst>
  <p:sldSz cx="12192000" cy="6858000" type="screen16x9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96ffd194586d4fb9" /><Relationship Type="http://schemas.openxmlformats.org/officeDocument/2006/relationships/slide" Target="/ppt/slides/slide2.xml" Id="Rbab24dc0122c4a2c" /><Relationship Type="http://schemas.openxmlformats.org/officeDocument/2006/relationships/slide" Target="/ppt/slides/slide3.xml" Id="R8abc5d51aeb74c33" /><Relationship Type="http://schemas.openxmlformats.org/officeDocument/2006/relationships/slide" Target="/ppt/slides/slide4.xml" Id="Rf1be90228ba045bb" /><Relationship Type="http://schemas.openxmlformats.org/officeDocument/2006/relationships/slide" Target="/ppt/slides/slide5.xml" Id="Rb1bdc34b25f8499b" /><Relationship Type="http://schemas.openxmlformats.org/officeDocument/2006/relationships/slide" Target="/ppt/slides/slide6.xml" Id="R1a58305e061c4838" /><Relationship Type="http://schemas.openxmlformats.org/officeDocument/2006/relationships/slide" Target="/ppt/slides/slide7.xml" Id="R674cb35febd14c21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e2cf03e540421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c4a36f42ba433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d2f5e4d4c9436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beb0ff8f1c45b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13501bc7934da5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c5eba76b48204cae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5b595953124c22" /><Relationship Type="http://schemas.openxmlformats.org/officeDocument/2006/relationships/image" Target="/ppt/media/image.png" Id="R67a89efc3a944ae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099e3945bd4eac" /><Relationship Type="http://schemas.openxmlformats.org/officeDocument/2006/relationships/image" Target="/ppt/media/image2.png" Id="R5aba7b04ffbf4ed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6bfc5baec24ff8" /><Relationship Type="http://schemas.openxmlformats.org/officeDocument/2006/relationships/image" Target="/ppt/media/image3.png" Id="R70675975c73b493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affb0b57924c4d" /><Relationship Type="http://schemas.openxmlformats.org/officeDocument/2006/relationships/image" Target="/ppt/media/image4.png" Id="R5c927a6e2089426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0c8acc2bf14c7a" /><Relationship Type="http://schemas.openxmlformats.org/officeDocument/2006/relationships/image" Target="/ppt/media/image5.png" Id="Rda9adeb847ca448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120669c68e4a54" /><Relationship Type="http://schemas.openxmlformats.org/officeDocument/2006/relationships/image" Target="/ppt/media/image6.png" Id="R1ffee1ff17714fe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284c01a719495b" /><Relationship Type="http://schemas.openxmlformats.org/officeDocument/2006/relationships/image" Target="/ppt/media/image7.png" Id="Rbb8f2dec7fec497f" /></Relationships>
</file>

<file path=ppt/slides/slide1.xml><?xml version="1.0" encoding="utf-8"?>
<p:sld xmlns:p="http://schemas.openxmlformats.org/presentationml/2006/main">
  <p:cSld name="Slide 1">
    <p:spTree>
      <p:nvGrpSpPr>
        <p:cNvPr id="1" name=""/>
        <p:cNvGrpSpPr/>
        <p:nvPr/>
      </p:nvGrpSpPr>
      <p:grpSpPr/>
      <p:pic>
        <p:nvPicPr>
          <p:cNvPr id="100000" name="Rendered page 1" descr="Rendered static p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a89efc3a944aee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2.xml><?xml version="1.0" encoding="utf-8"?>
<p:sld xmlns:p="http://schemas.openxmlformats.org/presentationml/2006/main">
  <p:cSld name="Slide 2">
    <p:spTree>
      <p:nvGrpSpPr>
        <p:cNvPr id="1" name=""/>
        <p:cNvGrpSpPr/>
        <p:nvPr/>
      </p:nvGrpSpPr>
      <p:grpSpPr/>
      <p:pic>
        <p:nvPicPr>
          <p:cNvPr id="100001" name="Rendered page 2" descr="Rendered static p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ba7b04ffbf4eda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3.xml><?xml version="1.0" encoding="utf-8"?>
<p:sld xmlns:p="http://schemas.openxmlformats.org/presentationml/2006/main">
  <p:cSld name="Slide 3">
    <p:spTree>
      <p:nvGrpSpPr>
        <p:cNvPr id="1" name=""/>
        <p:cNvGrpSpPr/>
        <p:nvPr/>
      </p:nvGrpSpPr>
      <p:grpSpPr/>
      <p:pic>
        <p:nvPicPr>
          <p:cNvPr id="100002" name="Rendered page 3" descr="Rendered static p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675975c73b4935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4.xml><?xml version="1.0" encoding="utf-8"?>
<p:sld xmlns:p="http://schemas.openxmlformats.org/presentationml/2006/main">
  <p:cSld name="Slide 4">
    <p:spTree>
      <p:nvGrpSpPr>
        <p:cNvPr id="1" name=""/>
        <p:cNvGrpSpPr/>
        <p:nvPr/>
      </p:nvGrpSpPr>
      <p:grpSpPr/>
      <p:pic>
        <p:nvPicPr>
          <p:cNvPr id="100003" name="Rendered page 4" descr="Rendered static p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927a6e2089426f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5.xml><?xml version="1.0" encoding="utf-8"?>
<p:sld xmlns:p="http://schemas.openxmlformats.org/presentationml/2006/main">
  <p:cSld name="Slide 5">
    <p:spTree>
      <p:nvGrpSpPr>
        <p:cNvPr id="1" name=""/>
        <p:cNvGrpSpPr/>
        <p:nvPr/>
      </p:nvGrpSpPr>
      <p:grpSpPr/>
      <p:pic>
        <p:nvPicPr>
          <p:cNvPr id="100004" name="Rendered page 5" descr="Rendered static p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9adeb847ca44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6.xml><?xml version="1.0" encoding="utf-8"?>
<p:sld xmlns:p="http://schemas.openxmlformats.org/presentationml/2006/main">
  <p:cSld name="Slide 6">
    <p:spTree>
      <p:nvGrpSpPr>
        <p:cNvPr id="1" name=""/>
        <p:cNvGrpSpPr/>
        <p:nvPr/>
      </p:nvGrpSpPr>
      <p:grpSpPr/>
      <p:pic>
        <p:nvPicPr>
          <p:cNvPr id="100005" name="Rendered page 6" descr="Rendered static p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fee1ff17714fef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7.xml><?xml version="1.0" encoding="utf-8"?>
<p:sld xmlns:p="http://schemas.openxmlformats.org/presentationml/2006/main">
  <p:cSld name="Slide 7">
    <p:spTree>
      <p:nvGrpSpPr>
        <p:cNvPr id="1" name=""/>
        <p:cNvGrpSpPr/>
        <p:nvPr/>
      </p:nvGrpSpPr>
      <p:grpSpPr/>
      <p:pic>
        <p:nvPicPr>
          <p:cNvPr id="100006" name="Rendered page 7" descr="Rendered static p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8f2dec7fec497f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one-person-lab-app</dc:creator>
  <dcterms:created xsi:type="dcterms:W3CDTF">2026-08-09T19:03:02.0000000Z</dcterms:created>
  <lastModifiedBy>OfficeCLI</lastModifiedBy>
  <dcterms:modified xsi:type="dcterms:W3CDTF">2026-08-09T19:03:02.9233490Z</dcterms:modified>
  <dc:title>One Person Lab App 首次安装图文教程</dc:title>
  <dc:subject>按安装、首次检查、登录或确认模型访问、进入工作台的顺序操作。</dc:subject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2026-08-09T19:03:03Z</vt:lpwstr>
  </op:property>
</op:Properties>
</file>