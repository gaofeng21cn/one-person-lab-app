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e51839927424941" /><Relationship Type="http://schemas.openxmlformats.org/package/2006/relationships/metadata/core-properties" Target="/docProps/core.xml" Id="Raf256d7b91c344aa" /><Relationship Type="http://schemas.openxmlformats.org/officeDocument/2006/relationships/extended-properties" Target="/docProps/app.xml" Id="Rdad17df4e71c4267" /><Relationship Type="http://schemas.openxmlformats.org/officeDocument/2006/relationships/custom-properties" Target="/docProps/custom.xml" Id="Raa90a256629541a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8d611fb840e049e5"/>
    <p:sldId id="257" r:id="R74686d2efdbe4c51"/>
    <p:sldId id="258" r:id="R68557771e54348d4"/>
    <p:sldId id="259" r:id="R293c36502d124170"/>
    <p:sldId id="260" r:id="Ra25b32c30af14f8d"/>
    <p:sldId id="261" r:id="R2c47abb216cd4992"/>
    <p:sldId id="262" r:id="Rfd73dc00899d4227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d611fb840e049e5" /><Relationship Type="http://schemas.openxmlformats.org/officeDocument/2006/relationships/slide" Target="/ppt/slides/slide2.xml" Id="R74686d2efdbe4c51" /><Relationship Type="http://schemas.openxmlformats.org/officeDocument/2006/relationships/slide" Target="/ppt/slides/slide3.xml" Id="R68557771e54348d4" /><Relationship Type="http://schemas.openxmlformats.org/officeDocument/2006/relationships/slide" Target="/ppt/slides/slide4.xml" Id="R293c36502d124170" /><Relationship Type="http://schemas.openxmlformats.org/officeDocument/2006/relationships/slide" Target="/ppt/slides/slide5.xml" Id="Ra25b32c30af14f8d" /><Relationship Type="http://schemas.openxmlformats.org/officeDocument/2006/relationships/slide" Target="/ppt/slides/slide6.xml" Id="R2c47abb216cd4992" /><Relationship Type="http://schemas.openxmlformats.org/officeDocument/2006/relationships/slide" Target="/ppt/slides/slide7.xml" Id="Rfd73dc00899d422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2e378d2b4547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aab16433f47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528e08c0c44c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3d763e9d544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f8a01e83a45e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3de808ba415496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3cfd5054945af" /><Relationship Type="http://schemas.openxmlformats.org/officeDocument/2006/relationships/image" Target="/ppt/media/image.png" Id="Rd4ce91706d6142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0d0e245f64808" /><Relationship Type="http://schemas.openxmlformats.org/officeDocument/2006/relationships/image" Target="/ppt/media/image2.png" Id="R765ac435abee47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7070261114c1f" /><Relationship Type="http://schemas.openxmlformats.org/officeDocument/2006/relationships/image" Target="/ppt/media/image3.png" Id="R397cad108da745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9bf4d35b041e2" /><Relationship Type="http://schemas.openxmlformats.org/officeDocument/2006/relationships/image" Target="/ppt/media/image4.png" Id="R01c05f610b6645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5d3b554ce4dba" /><Relationship Type="http://schemas.openxmlformats.org/officeDocument/2006/relationships/image" Target="/ppt/media/image5.png" Id="R86c91dd1de3e4a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762516e16403b" /><Relationship Type="http://schemas.openxmlformats.org/officeDocument/2006/relationships/image" Target="/ppt/media/image6.png" Id="R266a166ef3e146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4d2c101cf4d86" /><Relationship Type="http://schemas.openxmlformats.org/officeDocument/2006/relationships/image" Target="/ppt/media/image7.png" Id="R07063bf8bc8d4a79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e91706d61424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ac435abee47b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7cad108da745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05f610b6645e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91dd1de3e4ad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a166ef3e1467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63bf8bc8d4a7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2026-08-07T05:08:16.0000000Z</dcterms:created>
  <lastModifiedBy>OfficeCLI</lastModifiedBy>
  <dcterms:modified xsi:type="dcterms:W3CDTF">2026-08-07T05:08:16.9011120Z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2026-08-07T05:08:17Z</vt:lpwstr>
  </op:property>
</op:Properties>
</file>